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1차 업무 ·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Git 활용 및 픽셀 단위 이미지 처리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목표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Git 브랜치·PR 기반 코드 관리 흐름을 익히고, OpenCV로 픽셀 단위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이미지 처리를 실습한다.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수행 범위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데이터: Hugging Face ethz/food101 무작위 5장 (seed 42)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전처리 10단계를 5장 각각에 전부 적용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기본 문제: 224×224, Grayscale, Normalize, Blur, 증강 3종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요청내용 2: HSV 기반 특정 색상 픽셀 감지 및 필터링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심화 문제: 어두운 이미지 / 객체 작은 이미지 이상치 탐지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결과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5장 전원 통과. 결과 이미지 preprocessed_samples/ 5장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브랜치 4개 → PR 4건 → main 병합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맑은 고딕"/>
              </a:rPr>
              <a:t>· cv2 연산을 NumPy로 재구현해 대조, 오차 ≤ 1 (반올림 수준)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데이터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① 적재</a:t>
            </a:r>
          </a:p>
          <a:p>
            <a:r>
              <a:rPr sz="1100">
                <a:solidFill>
                  <a:srgbClr val="656D76"/>
                </a:solidFill>
                <a:latin typeface="맑은 고딕"/>
              </a:rPr>
              <a:t>ethz/food101 · streaming · 무작위 5장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4203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② 기본 전처리</a:t>
            </a:r>
          </a:p>
          <a:p>
            <a:r>
              <a:rPr sz="1100">
                <a:solidFill>
                  <a:srgbClr val="656D76"/>
                </a:solidFill>
                <a:latin typeface="맑은 고딕"/>
              </a:rPr>
              <a:t>224×224 → Grayscale → Normalize → Blur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5526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③ 데이터 증강</a:t>
            </a:r>
          </a:p>
          <a:p>
            <a:r>
              <a:rPr sz="1100">
                <a:solidFill>
                  <a:srgbClr val="656D76"/>
                </a:solidFill>
                <a:latin typeface="맑은 고딕"/>
              </a:rPr>
              <a:t>좌우 반전 · 회전 +15° · HSV 색상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6849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④ 색상 감지</a:t>
            </a:r>
          </a:p>
          <a:p>
            <a:r>
              <a:rPr sz="1100">
                <a:solidFill>
                  <a:srgbClr val="656D76"/>
                </a:solidFill>
                <a:latin typeface="맑은 고딕"/>
              </a:rPr>
              <a:t>HSV inRange → 마스크 → 필터링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8172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맑은 고딕"/>
              </a:rPr>
              <a:t>⑤ 이상치 판정</a:t>
            </a:r>
          </a:p>
          <a:p>
            <a:r>
              <a:rPr sz="1100">
                <a:solidFill>
                  <a:srgbClr val="656D76"/>
                </a:solidFill>
                <a:latin typeface="맑은 고딕"/>
              </a:rPr>
              <a:t>평균 밝기 · 최대 연결요소 면적 → PASS/REMOVE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B5FFF"/>
                </a:solidFill>
                <a:latin typeface="맑은 고딕"/>
              </a:rPr>
              <a:t>저장소: https://github.com/park-hyun-su/comento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1차 업무 · 코드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Git 워크플로우 — 브랜치 · PR · 병합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기능 단위 브랜치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56D76"/>
                </a:solidFill>
                <a:latin typeface="Consolas"/>
              </a:rPr>
              <a:t>main</a:t>
            </a:r>
            <a:r>
              <a:rPr sz="1100">
                <a:solidFill>
                  <a:srgbClr val="656D76"/>
                </a:solidFill>
                <a:latin typeface="맑은 고딕"/>
              </a:rPr>
              <a:t>   보호 대상. PR로만 병합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Consolas"/>
              </a:rPr>
              <a:t>feature/image-processing</a:t>
            </a:r>
            <a:r>
              <a:rPr sz="1100">
                <a:solidFill>
                  <a:srgbClr val="656D76"/>
                </a:solidFill>
                <a:latin typeface="맑은 고딕"/>
              </a:rPr>
              <a:t>   기본 전처리 + NumPy 대조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16936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Consolas"/>
              </a:rPr>
              <a:t>feature/color-detection</a:t>
            </a:r>
            <a:r>
              <a:rPr sz="1100">
                <a:solidFill>
                  <a:srgbClr val="656D76"/>
                </a:solidFill>
                <a:latin typeface="맑은 고딕"/>
              </a:rPr>
              <a:t>   HSV 색상 감지 / 필터링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83864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Consolas"/>
              </a:rPr>
              <a:t>feature/outlier-filter</a:t>
            </a:r>
            <a:r>
              <a:rPr sz="1100">
                <a:solidFill>
                  <a:srgbClr val="656D76"/>
                </a:solidFill>
                <a:latin typeface="맑은 고딕"/>
              </a:rPr>
              <a:t>   이상치 탐지 (어두움 / 작은 객체)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5079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Consolas"/>
              </a:rPr>
              <a:t>feature/pipeline-report</a:t>
            </a:r>
            <a:r>
              <a:rPr sz="1100">
                <a:solidFill>
                  <a:srgbClr val="656D76"/>
                </a:solidFill>
                <a:latin typeface="맑은 고딕"/>
              </a:rPr>
              <a:t>   파이프라인 · 결과 이미지 ·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커밋 규칙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328"/>
                </a:solidFill>
                <a:latin typeface="맑은 고딕"/>
              </a:rPr>
              <a:t>· 한 커밋에 한 가지 변경만 담는다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328"/>
                </a:solidFill>
                <a:latin typeface="맑은 고딕"/>
              </a:rPr>
              <a:t>· 제목은 타입(feat/fix/docs) + 무엇을 바꿨는지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328"/>
                </a:solidFill>
                <a:latin typeface="맑은 고딕"/>
              </a:rPr>
              <a:t>· 본문에는 '왜'와 검증 결과를 남긴다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사용한 명령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212080" cy="3108960"/>
          </a:xfrm>
          <a:prstGeom prst="rect">
            <a:avLst/>
          </a:prstGeom>
          <a:solidFill>
            <a:srgbClr val="F4F6F8"/>
          </a:solidFill>
          <a:ln>
            <a:solidFill>
              <a:srgbClr val="D8DEE4"/>
            </a:solidFill>
          </a:ln>
        </p:spPr>
        <p:txBody>
          <a:bodyPr wrap="square" lIns="164592" tIns="128016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656D76"/>
                </a:solidFill>
                <a:latin typeface="Consolas"/>
              </a:rPr>
              <a:t># 저장소 연동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>git clone https://github.com/park-hyun-su/comento.git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656D76"/>
                </a:solidFill>
                <a:latin typeface="Consolas"/>
              </a:rPr>
              <a:t># 브랜치 생성 및 이동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>git checkout -b feature/image-processing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656D76"/>
                </a:solidFill>
                <a:latin typeface="Consolas"/>
              </a:rPr>
              <a:t># 변경 사항 관리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>git add . &amp;&amp; git commit -m "feat: ..."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>git push -u origin feature/image-processing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656D76"/>
                </a:solidFill>
                <a:latin typeface="Consolas"/>
              </a:rPr>
              <a:t># PR 생성 → 리뷰 → 병합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>gh pr create --base main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>git checkout main &amp;&amp; git merge feature/image-processing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1F2328"/>
                </a:solidFill>
                <a:latin typeface="Consolas"/>
              </a:rPr>
              <a:t>git push origin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5FFF"/>
                </a:solidFill>
                <a:latin typeface="맑은 고딕"/>
              </a:rPr>
              <a:t>리뷰 포인트로 올린 것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328"/>
                </a:solidFill>
                <a:latin typeface="맑은 고딕"/>
              </a:rPr>
              <a:t>PR 본문에 cv2 대조 검증 수치와, 구현 중 드러난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328"/>
                </a:solidFill>
                <a:latin typeface="맑은 고딕"/>
              </a:rPr>
              <a:t>두 가지 함정(작은 커널 분기 · 회전 행렬 방향)을 기록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1차 업무 · 픽셀 단위 이미지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전처리 파이프라인 — 10단계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1_peking_duck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35709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74920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단계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① 224×224 (INTER_AREA)  ② Grayscale (BT.601)  ③ Normalize (ImageNet)  ④ Blur 5×5  ⑤ 좌우 반전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⑥ 회전 +15° (반사 패딩)  ⑦ HSV 색상 변화  ⑧ Red 마스크  ⑨ Red 픽셀만  ⑩ 객체 마스크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656D76"/>
                </a:solidFill>
                <a:latin typeface="맑은 고딕"/>
              </a:rPr>
              <a:t>5장 모두 같은 형식으로 preprocessed_samples/에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371600"/>
            <a:ext cx="3154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왜 RGB가 아니라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HSV에서 색을 고르는가</a:t>
            </a:r>
          </a:p>
          <a:p>
            <a:pPr>
              <a:spcAft>
                <a:spcPts val="2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RGB는 밝기가 바뀌면 임계값이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같이 흔들린다. HSV는 색상(H)이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밝기(V)와 분리돼 조명이 달라져도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같은 H 범위로 잡힌다.</a:t>
            </a:r>
          </a:p>
          <a:p>
            <a:pPr>
              <a:spcAft>
                <a:spcPts val="2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1F2328"/>
                </a:solidFill>
                <a:latin typeface="맑은 고딕"/>
              </a:rPr>
              <a:t>다만 두 가지를 처리해야 했다</a:t>
            </a:r>
          </a:p>
          <a:p>
            <a:pPr>
              <a:spcAft>
                <a:spcPts val="2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· 빨강은 H=0에서 갈라진다.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  0~10과 170~179를 OR로 합침</a:t>
            </a:r>
          </a:p>
          <a:p>
            <a:pPr>
              <a:spcAft>
                <a:spcPts val="2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· 회색 접시는 HSV=(0,0,128).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CF222E"/>
                </a:solidFill>
                <a:latin typeface="맑은 고딕"/>
              </a:rPr>
              <a:t>  H가 빨강과 똑같은 0이다.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  채도(S) 하한을 둬야 접시가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  빨강으로 안 잡힌다.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7F37"/>
                </a:solidFill>
                <a:latin typeface="맑은 고딕"/>
              </a:rPr>
              <a:t>  (합성 이미지로 누출 0px 확인)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5FFF"/>
                </a:solidFill>
                <a:latin typeface="맑은 고딕"/>
              </a:rPr>
              <a:t>1차 업무 · 심화 문제 +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328"/>
                </a:solidFill>
                <a:latin typeface="맑은 고딕"/>
              </a:rPr>
              <a:t>이상치 탐지 및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2700">
            <a:solidFill>
              <a:srgbClr val="D8D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984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무작위 5장 판정 결과 (seed 42)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5778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라벨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평균 밝기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객체 면적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peking_duck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110.0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48.6%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F37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tiramisu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127.5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30.3%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F37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beignets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98.6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F37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ravioli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139.1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42.5%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F37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tacos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121.4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51.8%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F37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75887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5장이 전부 정상이라, 제거 분기는 합성 이미지로 검증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02336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0584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케이스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면적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이론값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328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균일한 어두운 이미지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어두움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밝은 배경 · 20×20 객체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객체 작음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밝은 배경 · 140×140 객체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39.1%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F37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어두운 배경 · 밝은 객체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328"/>
                          </a:solidFill>
                          <a:latin typeface="맑은 고딕"/>
                        </a:rPr>
                        <a:t>39.1%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F37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298448"/>
            <a:ext cx="52395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전경을 고르는 문제 — 실제로 틀렸던 것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Otsu는 밝기로 두 덩어리를 나눌 뿐 어느 쪽이 피사체인지 모른다.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접시가 밝은 사진과 어두운 사진이 섞여 극성을 고정할 수 없다.</a:t>
            </a:r>
          </a:p>
          <a:p>
            <a:pPr>
              <a:spcAft>
                <a:spcPts val="3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처음엔 '테두리를 덜 차지하는 쪽'을 전경으로 골랐다. beignets는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음식이 화면을 꽉 채워 테두리를 많이 건드린 탓에 배경으로 오인돼,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CF222E"/>
                </a:solidFill>
                <a:latin typeface="맑은 고딕"/>
              </a:rPr>
              <a:t>배경 조각을 잡고 15.7%를 보고했다. (PASS는 우연이었다)</a:t>
            </a:r>
          </a:p>
          <a:p>
            <a:pPr>
              <a:spcAft>
                <a:spcPts val="3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1A7F37"/>
                </a:solidFill>
                <a:latin typeface="맑은 고딕"/>
              </a:rPr>
              <a:t>전경다움 = 중심 커버리지 − 테두리 점유 → 66.7%로 정정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656D76"/>
                </a:solidFill>
                <a:latin typeface="맑은 고딕"/>
              </a:rPr>
              <a:t>한쪽만 쓰면 깨진다. 테두리만 → 꽉 찬 피사체가 배경 취급.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656D76"/>
                </a:solidFill>
                <a:latin typeface="맑은 고딕"/>
              </a:rPr>
              <a:t>중심만 → 작은 피사체를 감싼 배경이 이긴다.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52395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B5FFF"/>
                </a:solidFill>
                <a:latin typeface="맑은 고딕"/>
              </a:rPr>
              <a:t>NumPy 직접 구현 대조 — 오차 ≤ 1 (반올림 수준)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grayscale 0.0011 · blur 0.0021 · flip 0.0000 · rotate 0.0004</a:t>
            </a:r>
          </a:p>
          <a:p>
            <a:pPr>
              <a:spcAft>
                <a:spcPts val="3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1F2328"/>
                </a:solidFill>
                <a:latin typeface="맑은 고딕"/>
              </a:rPr>
              <a:t>대조하지 않았으면 못 찾았을 두 가지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· cv2는 sigma≤0 &amp; ksize≤7이면 공식이 아니라 하드코딩 이항계수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  테이블을 쓴다. 공식대로 짜면 오차 0.73이 남는다.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· getRotationMatrix2D는 순방향 행렬. 역방향 매핑에 그대로 쓰면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2328"/>
                </a:solidFill>
                <a:latin typeface="맑은 고딕"/>
              </a:rPr>
              <a:t>  반대로 회전한다 (오차 57.8 → 역행렬로 0.0004).</a:t>
            </a:r>
          </a:p>
          <a:p>
            <a:pPr>
              <a:spcAft>
                <a:spcPts val="300"/>
              </a:spcAft>
            </a:pPr>
            <a:r>
              <a:rPr sz="300" b="0">
                <a:solidFill>
                  <a:srgbClr val="1F2328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656D76"/>
                </a:solidFill>
                <a:latin typeface="맑은 고딕"/>
              </a:rPr>
              <a:t>한계: Otsu 기반이라 진짜 객체 탐지가 아닌 면적 프록시다.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656D76"/>
                </a:solidFill>
                <a:latin typeface="맑은 고딕"/>
              </a:rPr>
              <a:t>tacos는 밝은 접시·밥은 잡고 어두운 콩은 뺀다.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