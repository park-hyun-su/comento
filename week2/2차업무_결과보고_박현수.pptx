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2차 업무 ·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Unit Test 구성 및 2D → 3D 변환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목표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pytest로 픽셀 처리·3D 변환 코드를 검증하고, OpenCV+NumPy로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2D 이미지를 Depth Map → 3D 포인트클라우드로 변환한다.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수행 범위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Unit Test 16개 (그레이스케일·정규화·Depth·포인트클라우드·PLY)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2D→3D: 밝기를 높이(Z)로 보는 height-field 변환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합성 장면(정답 형상) + 실제 이미지 두 경로로 검증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결과 시각화: 원본·Depth·3D표면·포인트클라우드 4분할 + .ply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결과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7F37"/>
                </a:solidFill>
                <a:latin typeface="맑은 고딕"/>
              </a:rPr>
              <a:t>· pytest 16개 전원 통과 (0.88s)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합성 반구+램프 형상 정확히 복원 → 알고리즘 검증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실제 이미지에서 '밝기≠깊이' 한계 확인 → 개선점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① 입력 2D 이미지</a:t>
            </a:r>
          </a:p>
          <a:p>
            <a:r>
              <a:rPr sz="1100">
                <a:solidFill>
                  <a:srgbClr val="656D76"/>
                </a:solidFill>
                <a:latin typeface="Consolas"/>
              </a:rPr>
              <a:t>BGR / Grayscale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7860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② 그레이스케일 + 평활화</a:t>
            </a:r>
          </a:p>
          <a:p>
            <a:r>
              <a:rPr sz="1100">
                <a:solidFill>
                  <a:srgbClr val="656D76"/>
                </a:solidFill>
                <a:latin typeface="Consolas"/>
              </a:rPr>
              <a:t>cvtColor → GaussianBlur 5×5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2841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③ Depth Map</a:t>
            </a:r>
          </a:p>
          <a:p>
            <a:r>
              <a:rPr sz="1100">
                <a:solidFill>
                  <a:srgbClr val="656D76"/>
                </a:solidFill>
                <a:latin typeface="Consolas"/>
              </a:rPr>
              <a:t>normalize [0,1] · invert 옵션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7822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④ 3D 포인트클라우드</a:t>
            </a:r>
          </a:p>
          <a:p>
            <a:r>
              <a:rPr sz="1100">
                <a:solidFill>
                  <a:srgbClr val="656D76"/>
                </a:solidFill>
                <a:latin typeface="Consolas"/>
              </a:rPr>
              <a:t>X=col, Y=row, Z=depth×scale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2803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⑤ 저장 · 시각화</a:t>
            </a:r>
          </a:p>
          <a:p>
            <a:r>
              <a:rPr sz="1100">
                <a:solidFill>
                  <a:srgbClr val="656D76"/>
                </a:solidFill>
                <a:latin typeface="Consolas"/>
              </a:rPr>
              <a:t>PLY + matplotlib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B5FFF"/>
                </a:solidFill>
                <a:latin typeface="맑은 고딕"/>
              </a:rPr>
              <a:t>저장소: https://github.com/park-hyun-su/comento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2차 업무 · 코드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Unit Test — 수치 정답으로 로직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검증한 함수와 케이스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328"/>
                          </a:solidFill>
                          <a:latin typeface="맑은 고딕"/>
                        </a:rPr>
                        <a:t>함수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2328"/>
                          </a:solidFill>
                          <a:latin typeface="맑은 고딕"/>
                        </a:rPr>
                        <a:t>핵심 검증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to_grayscale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BT.601 known=141 · None→예외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normalize01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[0,1] · 균일영상 0나눗셈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estimate_depth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범위 · invert 극성 뒤집힘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depth_to_pointcloud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Z=depth×scale 좌표대응 ·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pointcloud_colors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점–색 1:1 · BGR→RGB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save_ply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PLY 헤더·정점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backproject_pinhole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주점 X=Y=0, Z=depth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멘토 예제와의 차이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예제 테스트는 applyColorMap 출력의 shape/type만 본다 —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'죽지 않는다'만 보장한다. 여기서는 수치 정답이 있는 입력으로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변환 공식 자체를 못 박았다.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pytest 실행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239512" cy="3291840"/>
          </a:xfrm>
          <a:prstGeom prst="rect">
            <a:avLst/>
          </a:prstGeom>
          <a:solidFill>
            <a:srgbClr val="F4F6F8"/>
          </a:solidFill>
          <a:ln>
            <a:solidFill>
              <a:srgbClr val="D8DEE4"/>
            </a:solidFill>
          </a:ln>
        </p:spPr>
        <p:txBody>
          <a:bodyPr wrap="square" lIns="146304" tIns="109728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656D76"/>
                </a:solidFill>
                <a:latin typeface="Consolas"/>
              </a:rPr>
              <a:t>$ python -m pytest -v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56D76"/>
                </a:solidFill>
                <a:latin typeface="Consolas"/>
              </a:rPr>
              <a:t>collected 16 items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test_to_grayscale_shape_and_dtype 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test_to_grayscale_known_value ...........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test_to_grayscale_none_raises ...........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test_normalize01_uniform_is_zero 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test_estimate_depth_invert_flips 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test_pointcloud_z_equals_depth_scale 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test_pointcloud_count_subsampled 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test_save_ply_header_and_count ..........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test_backproject_pinhole_principal ...... PASSED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56D76"/>
                </a:solidFill>
                <a:latin typeface="Consolas"/>
              </a:rPr>
              <a:t>  ... (16 tests)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7F37"/>
                </a:solidFill>
                <a:latin typeface="Consolas"/>
              </a:rPr>
              <a:t>===== 16 passed in 0.88s =====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206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대표 케이스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328"/>
                </a:solidFill>
                <a:latin typeface="맑은 고딕"/>
              </a:rPr>
              <a:t>test_pointcloud_z_equals_depth_times_scale: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656D76"/>
                </a:solidFill>
                <a:latin typeface="맑은 고딕"/>
              </a:rPr>
              <a:t>(열,행)별 Z가 depth×z_scale와 정확히 일치하는지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656D76"/>
                </a:solidFill>
                <a:latin typeface="맑은 고딕"/>
              </a:rPr>
              <a:t>좌표 단위로 확인 → 변환 공식이 맞음을 보증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2차 업무 ·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2D → 3D 변환 결과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ynthetic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49240" cy="5047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합성 장면 (반구+램프) — 정답 형상 복원 검증</a:t>
            </a:r>
          </a:p>
        </p:txBody>
      </p:sp>
      <p:pic>
        <p:nvPicPr>
          <p:cNvPr id="7" name="Picture 6" descr="tiramisu_photo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49240" cy="498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80644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실제 이미지 (티라미수) — 생크림↑ 초콜릿↓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56D76"/>
                </a:solidFill>
                <a:latin typeface="맑은 고딕"/>
              </a:rPr>
              <a:t>각 4분할: 1) 입력 2D  2) Depth map(JET)  3) 3D 표면(Z=depth)  4) 컬러 포인트클라우드  ·  결과 .ply는 MeshLab/CloudCompare/Open3D로 열람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2차 업무 ·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한계 · 개선점 및 참고 논문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한계 → 개선 방향 (밝기를 깊이로 가정)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64208"/>
          <a:ext cx="5669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328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2328"/>
                          </a:solidFill>
                          <a:latin typeface="맑은 고딕"/>
                        </a:rPr>
                        <a:t>개선 방향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밝기≠깊이 (초콜릿이 구멍으로)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스테레오 / 학습기반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조명 의존 (그림자=가짜 높이)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알베도-조명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절대 스케일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스테레오 캘리브 / metric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노이즈 민감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328"/>
                          </a:solidFill>
                          <a:latin typeface="맑은 고딕"/>
                        </a:rPr>
                        <a:t>bilateral 등 엣지보존 평활화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다음 단계 두 경로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① 스테레오: StereoSGBM → disparity →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 reprojectImageTo3D(Q).  backproject_pinhole()이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   이 경로의 역투영을 미리 구현.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② 단일 이미지 딥러닝 depth: MiDaS / Depth Anything V2를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 붙이면 캘리브 없이 진짜 상대깊이 → 같은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   depth_to_pointcloud()로 포인트클라우드 생성.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98448"/>
            <a:ext cx="52395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참고 논문 — 2D → 3D 변환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단일 이미지 → 깊이 (본 과제와 최근접)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Eigen+ 2014 — 단일영상 depth 회귀의 시초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MiDaS (Ranftl+ 2022) — robust 상대깊이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Depth Anything V2 (2024) — depth 파운데이션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A7F37"/>
                </a:solidFill>
                <a:latin typeface="맑은 고딕"/>
              </a:rPr>
              <a:t>· Horn 1970 — Shape from Shading (밝기→높이)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스테레오 / disparity (OpenCV 근거)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Scharstein &amp; Szeliski 2002 — 스테레오 taxonomy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Hirschmüller 2008 — SGM (StereoSGBM 내부)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다중뷰 · 신경망 3D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COLMAP 2016 · NeRF 2020 · 3DGS 2023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Zero-1-to-3 2023 · TripoSR 2024 (단일→3D 생성)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0B5FFF"/>
                </a:solidFill>
                <a:latin typeface="맑은 고딕"/>
              </a:rPr>
              <a:t>위성 2D→3D (DSM/DEM)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IM2HEIGHT 2018 · IM2ELEVATION 2020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328"/>
                </a:solidFill>
                <a:latin typeface="맑은 고딕"/>
              </a:rPr>
              <a:t>· S2P 2014 (위성 스테레오) · IEEE GRSS DFC'23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